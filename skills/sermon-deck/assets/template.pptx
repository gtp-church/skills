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1"/>
  </p:notesMasterIdLst>
  <p:sldIdLst>
    <p:sldId id="582" r:id="rId2"/>
    <p:sldId id="757" r:id="rId3"/>
    <p:sldId id="758" r:id="rId4"/>
    <p:sldId id="761" r:id="rId5"/>
    <p:sldId id="765" r:id="rId6"/>
    <p:sldId id="762" r:id="rId7"/>
    <p:sldId id="766" r:id="rId8"/>
    <p:sldId id="763" r:id="rId9"/>
    <p:sldId id="767" r:id="rId10"/>
  </p:sldIdLst>
  <p:sldSz cx="12192000" cy="6858000"/>
  <p:notesSz cx="6858000" cy="9144000"/>
  <p:embeddedFontLst>
    <p:embeddedFont>
      <p:font typeface="Akrobat Bold" pitchFamily="2" charset="77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Heading Pro" panose="02000506000000020004" pitchFamily="2" charset="0"/>
      <p:regular r:id="rId19"/>
      <p:bold r:id="rId20"/>
      <p:italic r:id="rId21"/>
      <p:boldItalic r:id="rId22"/>
    </p:embeddedFont>
    <p:embeddedFont>
      <p:font typeface="Heading Pro ExtBd" panose="02000506000000020004" pitchFamily="2" charset="0"/>
      <p:bold r:id="rId23"/>
      <p:italic r:id="rId24"/>
      <p:boldItalic r:id="rId25"/>
    </p:embeddedFont>
    <p:embeddedFont>
      <p:font typeface="Intro " panose="02000000000000000000" pitchFamily="2" charset="0"/>
      <p:regular r:id="rId26"/>
    </p:embeddedFont>
  </p:embeddedFontLst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900"/>
    <a:srgbClr val="F9EA14"/>
    <a:srgbClr val="F7EF65"/>
    <a:srgbClr val="FFFD95"/>
    <a:srgbClr val="FFFC5A"/>
    <a:srgbClr val="FFF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43"/>
    <p:restoredTop sz="96405"/>
  </p:normalViewPr>
  <p:slideViewPr>
    <p:cSldViewPr snapToGrid="0" snapToObjects="1" showGuides="1">
      <p:cViewPr varScale="1">
        <p:scale>
          <a:sx n="119" d="100"/>
          <a:sy n="119" d="100"/>
        </p:scale>
        <p:origin x="216" y="4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60C73-FFFC-4A4A-9329-24BB1DB7F02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B8E00-50D8-9041-BC25-492D68A621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65213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1EC1-10B9-0A4D-AC48-E8F0261CC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14675-4B43-EC47-BA9F-64D3D738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D31A5-7CB0-3D4B-9AF7-F35AF926B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2C67A-C774-E848-AC60-EB4EBF39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4C12B-3ACF-F64A-A9F6-78EC1B1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5338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5F3ED-65C4-1542-BC8F-1D3326E3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34640-C9DD-3746-9522-D937892AE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F005F-6533-7B41-8BDE-C25A0F53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3864-990D-544C-8EFF-CA268772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6CAD2-B818-3844-A281-6AB75483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103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C316-0914-844B-B0FC-C71D4D06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31EA3-C2CB-4C41-8376-54ACC875F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3C559-F89F-B246-A278-35C15AD17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5FCBF-B443-9E44-9928-F3F9C2AD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5EFB4-D2C3-DC4C-AF1D-A6A28454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55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07594-DF60-E445-B96C-23113F92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680A-4AE2-7448-8316-7CF93BBF8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0D321-C034-B142-9135-B84A6458C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65288-085C-8F4C-83BB-6AED1B30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13305-17D6-134D-B186-055760DB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D03CB-532B-4944-AF6A-6F47124D8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64803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1BDBC-6DCB-194C-98F8-082243B1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4D6A5-FECE-5A4A-9487-09F791C45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8BCC9-AA13-C54E-B788-4D16A8542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02150-D059-EF40-9D6B-7BB094DEC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0A1A3-71DD-4644-853B-80B4E9C89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A195D-744C-8F4E-8127-9AC8B220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E9C4C-E949-9347-8251-B33BFF18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CEC5CA-EE0D-E445-94A7-6BBDA32FA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0064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BBFE-B258-9842-B3AB-591A1702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5B0ED-2E09-5A47-8DAC-5D2A9002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482D2-F761-C54B-98B6-6D989C5C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CAB19-0156-B542-A213-443E3446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1122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7AA864-D530-944A-9A76-0B45D547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47927-18CB-9F46-8B8D-A4D86CCD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99208-42EF-6646-B08C-EA602773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00539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66524-9A88-2A46-8DE2-BAC6535D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C2A15-B63E-AB4E-8FAC-DDA776650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8529C-9033-3E48-B8A0-F93F237C3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28982-4390-DE4A-9A2E-DB2FFE56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BA0A7-B2DF-7549-B9C3-09EC35AD0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3506B-0464-B947-B361-4A1E97E8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5993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E6A33-4B34-AA44-BB67-FD3F8E25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E875F7-C93C-FE44-9677-02D2CAC2A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52B74-A0EE-C24D-A819-BC52F84EC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4F5B6-E7B1-CA4C-92A0-FA5FFAF8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253D0-1A71-9D4B-8E1F-6ED5A52F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511F8-0870-954F-B43F-F6079411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7021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7C13-43B7-754F-80E3-7119E9F7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1F243-37E0-AC4D-9422-FD6EDF254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7FA5F-25B6-2245-A81C-291A2B54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0BFFA-653F-2E4D-85DC-8CE6F670F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AC183-6D65-4B4D-9E0C-74865374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4809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F2F09E-1AAC-F941-9A50-CE32B6BAF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E3B75-6633-6047-8F42-D1DCFD44D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95099-7EC2-7840-AD63-8F4385F6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77674-6FD0-AB42-AC17-08BC701A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77CC2-3D0A-474F-AE2D-51FDB733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773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843DAB-BD2D-1B4C-89AC-CFCE3EA10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9CC42-2936-EC49-8DED-B30C52D7E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6C14B-574D-3C43-996D-8F18C0D7F1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DB63D-4BD7-1E48-853C-479D9D30EC30}" type="datetimeFigureOut">
              <a:rPr lang="en-RU" smtClean="0"/>
              <a:t>04.10.2026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3D6AE-08C5-AC48-979B-D314DB595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C07F4-63AD-DC4D-9EF8-99610A6F1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52BBE-70CD-9042-908E-2336F4C80F2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239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C54136-24EC-0CC4-D18B-0D31C269C0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383484-EC48-8F55-3678-3E683DE10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8154" y="6131170"/>
            <a:ext cx="541871" cy="5418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C29407-D9CE-00A2-92A7-791A3A372F2D}"/>
              </a:ext>
            </a:extLst>
          </p:cNvPr>
          <p:cNvSpPr txBox="1"/>
          <p:nvPr/>
        </p:nvSpPr>
        <p:spPr>
          <a:xfrm>
            <a:off x="0" y="739669"/>
            <a:ext cx="12191999" cy="5784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19900" dirty="0">
                <a:solidFill>
                  <a:srgbClr val="FFFF00"/>
                </a:solidFill>
                <a:latin typeface="Heading Pro" panose="02000506000000020004" pitchFamily="2" charset="0"/>
              </a:rPr>
              <a:t>ПАСХА</a:t>
            </a:r>
            <a:endParaRPr lang="ru-RU" sz="9600" dirty="0">
              <a:solidFill>
                <a:srgbClr val="FFFF00"/>
              </a:solidFill>
              <a:latin typeface="Heading Pro" panose="02000506000000020004" pitchFamily="2" charset="0"/>
            </a:endParaRPr>
          </a:p>
          <a:p>
            <a:pPr algn="ctr">
              <a:lnSpc>
                <a:spcPct val="90000"/>
              </a:lnSpc>
            </a:pPr>
            <a:r>
              <a:rPr lang="ru-RU" sz="9600" dirty="0">
                <a:solidFill>
                  <a:schemeClr val="bg1"/>
                </a:solidFill>
                <a:latin typeface="Heading Pro" panose="02000506000000020004" pitchFamily="2" charset="0"/>
              </a:rPr>
              <a:t>ЛЮБОВЬ, КОТОРУЮ МЫ </a:t>
            </a:r>
          </a:p>
          <a:p>
            <a:pPr algn="ctr">
              <a:lnSpc>
                <a:spcPct val="90000"/>
              </a:lnSpc>
            </a:pPr>
            <a:r>
              <a:rPr lang="ru-RU" sz="9600" dirty="0">
                <a:solidFill>
                  <a:schemeClr val="bg1"/>
                </a:solidFill>
                <a:latin typeface="Heading Pro" panose="02000506000000020004" pitchFamily="2" charset="0"/>
              </a:rPr>
              <a:t>НЕ ЗАСЛУЖИЛИ</a:t>
            </a:r>
          </a:p>
          <a:p>
            <a:pPr algn="ctr">
              <a:lnSpc>
                <a:spcPct val="90000"/>
              </a:lnSpc>
            </a:pPr>
            <a:endParaRPr lang="ru-RU" sz="2000" dirty="0">
              <a:solidFill>
                <a:srgbClr val="FFFF00"/>
              </a:solidFill>
              <a:latin typeface="Heading Pro" panose="02000506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448B70-3BFE-994B-B6AE-AAEF8EC7A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BEFCA-698F-7D42-A27C-A9216445BABA}"/>
              </a:ext>
            </a:extLst>
          </p:cNvPr>
          <p:cNvSpPr/>
          <p:nvPr/>
        </p:nvSpPr>
        <p:spPr>
          <a:xfrm>
            <a:off x="1028125" y="3238700"/>
            <a:ext cx="10480028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8800" b="1" dirty="0">
                <a:solidFill>
                  <a:schemeClr val="bg1"/>
                </a:solidFill>
                <a:latin typeface="Akrobat Bold" pitchFamily="2" charset="77"/>
              </a:rPr>
              <a:t>ПЕРВАЯ ПАСХА: СПАСЕНИЕ В КРОВИ ЯГНЕНКА</a:t>
            </a:r>
            <a:endParaRPr lang="ru-RU" sz="6600" b="1" dirty="0">
              <a:solidFill>
                <a:schemeClr val="bg1"/>
              </a:solidFill>
              <a:latin typeface="Akrobat Bold" pitchFamily="2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3D9478-988B-1631-E6CF-0C6116E4BFB2}"/>
              </a:ext>
            </a:extLst>
          </p:cNvPr>
          <p:cNvGrpSpPr/>
          <p:nvPr/>
        </p:nvGrpSpPr>
        <p:grpSpPr>
          <a:xfrm>
            <a:off x="1201598" y="492852"/>
            <a:ext cx="2239836" cy="2252997"/>
            <a:chOff x="1201598" y="1395294"/>
            <a:chExt cx="1794808" cy="18053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1F51B5-C69B-61BC-850E-F4207DAA95FA}"/>
                </a:ext>
              </a:extLst>
            </p:cNvPr>
            <p:cNvSpPr txBox="1"/>
            <p:nvPr/>
          </p:nvSpPr>
          <p:spPr>
            <a:xfrm>
              <a:off x="1349596" y="1551930"/>
              <a:ext cx="1498811" cy="149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500" dirty="0">
                  <a:solidFill>
                    <a:srgbClr val="FFFF00"/>
                  </a:solidFill>
                  <a:latin typeface="Intro " panose="02000000000000000000" pitchFamily="2" charset="0"/>
                </a:rPr>
                <a:t>I</a:t>
              </a:r>
              <a:endParaRPr lang="en-RU" sz="11500" dirty="0">
                <a:solidFill>
                  <a:srgbClr val="FFFF00"/>
                </a:solidFill>
                <a:latin typeface="Intro " panose="02000000000000000000" pitchFamily="2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A84D33-108D-2940-ADE7-4ABADD948FE5}"/>
                </a:ext>
              </a:extLst>
            </p:cNvPr>
            <p:cNvSpPr/>
            <p:nvPr/>
          </p:nvSpPr>
          <p:spPr>
            <a:xfrm>
              <a:off x="1201598" y="1395294"/>
              <a:ext cx="1794808" cy="1805354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D545202-6184-5C67-5162-73B0C3C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153" y="6131169"/>
            <a:ext cx="541871" cy="54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0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448B70-3BFE-994B-B6AE-AAEF8EC7A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BEFCA-698F-7D42-A27C-A9216445BABA}"/>
              </a:ext>
            </a:extLst>
          </p:cNvPr>
          <p:cNvSpPr/>
          <p:nvPr/>
        </p:nvSpPr>
        <p:spPr>
          <a:xfrm>
            <a:off x="1022693" y="2032928"/>
            <a:ext cx="1050822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indent="-1143000">
              <a:lnSpc>
                <a:spcPct val="90000"/>
              </a:lnSpc>
              <a:spcAft>
                <a:spcPts val="2400"/>
              </a:spcAft>
              <a:buClr>
                <a:schemeClr val="bg1"/>
              </a:buClr>
              <a:buSzPct val="80000"/>
              <a:buAutoNum type="arabicPeriod"/>
            </a:pPr>
            <a:r>
              <a:rPr lang="ru-RU" sz="6000" b="1" dirty="0">
                <a:solidFill>
                  <a:schemeClr val="bg1"/>
                </a:solidFill>
                <a:latin typeface="Akrobat Bold" pitchFamily="2" charset="77"/>
              </a:rPr>
              <a:t>Рабство и суд</a:t>
            </a:r>
          </a:p>
          <a:p>
            <a:pPr marL="1143000" indent="-1143000">
              <a:lnSpc>
                <a:spcPct val="90000"/>
              </a:lnSpc>
              <a:spcAft>
                <a:spcPts val="2400"/>
              </a:spcAft>
              <a:buClr>
                <a:schemeClr val="bg1"/>
              </a:buClr>
              <a:buSzPct val="80000"/>
              <a:buAutoNum type="arabicPeriod"/>
            </a:pPr>
            <a:r>
              <a:rPr lang="ru-RU" sz="6000" b="1" dirty="0">
                <a:solidFill>
                  <a:schemeClr val="bg1"/>
                </a:solidFill>
                <a:latin typeface="Akrobat Bold" pitchFamily="2" charset="77"/>
              </a:rPr>
              <a:t>Агнец вместо первенца</a:t>
            </a:r>
          </a:p>
          <a:p>
            <a:pPr marL="1143000" indent="-1143000">
              <a:lnSpc>
                <a:spcPct val="90000"/>
              </a:lnSpc>
              <a:spcAft>
                <a:spcPts val="2400"/>
              </a:spcAft>
              <a:buClr>
                <a:schemeClr val="bg1"/>
              </a:buClr>
              <a:buSzPct val="80000"/>
              <a:buAutoNum type="arabicPeriod"/>
            </a:pPr>
            <a:r>
              <a:rPr lang="ru-RU" sz="6000" b="1" dirty="0">
                <a:solidFill>
                  <a:schemeClr val="bg1"/>
                </a:solidFill>
                <a:latin typeface="Akrobat Bold" pitchFamily="2" charset="77"/>
              </a:rPr>
              <a:t>Кровь, через которую смерть проходит мимо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545202-6184-5C67-5162-73B0C3C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153" y="6131169"/>
            <a:ext cx="541871" cy="541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686BE-E160-A356-6FBB-E8932EF99095}"/>
              </a:ext>
            </a:extLst>
          </p:cNvPr>
          <p:cNvSpPr txBox="1"/>
          <p:nvPr/>
        </p:nvSpPr>
        <p:spPr>
          <a:xfrm>
            <a:off x="645485" y="474510"/>
            <a:ext cx="11169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  <a:latin typeface="Heading Pro ExtBd" panose="02000506000000020004" pitchFamily="2" charset="0"/>
              </a:rPr>
              <a:t>&gt;</a:t>
            </a:r>
            <a:r>
              <a:rPr lang="en-US" sz="4800" dirty="0">
                <a:solidFill>
                  <a:srgbClr val="FFFF00"/>
                </a:solidFill>
                <a:latin typeface="Heading Pro" panose="02000506000000020004" pitchFamily="2" charset="0"/>
              </a:rPr>
              <a:t> </a:t>
            </a:r>
            <a:r>
              <a:rPr lang="ru-RU" sz="4800" dirty="0">
                <a:solidFill>
                  <a:srgbClr val="FFFF00"/>
                </a:solidFill>
                <a:latin typeface="Heading Pro" panose="02000506000000020004" pitchFamily="2" charset="0"/>
              </a:rPr>
              <a:t>ПЕРВАЯ ПАСХА: СПАСЕНИЕ В КРОВИ ЯГНЕНКА</a:t>
            </a:r>
            <a:endParaRPr lang="en-RU" sz="4800" dirty="0">
              <a:solidFill>
                <a:srgbClr val="FFFF00"/>
              </a:solidFill>
              <a:latin typeface="Heading Pro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22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448B70-3BFE-994B-B6AE-AAEF8EC7A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BEFCA-698F-7D42-A27C-A9216445BABA}"/>
              </a:ext>
            </a:extLst>
          </p:cNvPr>
          <p:cNvSpPr/>
          <p:nvPr/>
        </p:nvSpPr>
        <p:spPr>
          <a:xfrm>
            <a:off x="1028125" y="4105137"/>
            <a:ext cx="1048002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11500" b="1" dirty="0">
                <a:solidFill>
                  <a:schemeClr val="bg1"/>
                </a:solidFill>
                <a:latin typeface="Akrobat Bold" pitchFamily="2" charset="77"/>
              </a:rPr>
              <a:t>ПАСХА ХРИСТА</a:t>
            </a:r>
            <a:endParaRPr lang="ru-RU" sz="8000" b="1" dirty="0">
              <a:solidFill>
                <a:schemeClr val="bg1"/>
              </a:solidFill>
              <a:latin typeface="Akrobat Bold" pitchFamily="2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3D9478-988B-1631-E6CF-0C6116E4BFB2}"/>
              </a:ext>
            </a:extLst>
          </p:cNvPr>
          <p:cNvGrpSpPr/>
          <p:nvPr/>
        </p:nvGrpSpPr>
        <p:grpSpPr>
          <a:xfrm>
            <a:off x="1201598" y="1049284"/>
            <a:ext cx="2239836" cy="2252997"/>
            <a:chOff x="1201598" y="1395294"/>
            <a:chExt cx="1794808" cy="18053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1F51B5-C69B-61BC-850E-F4207DAA95FA}"/>
                </a:ext>
              </a:extLst>
            </p:cNvPr>
            <p:cNvSpPr txBox="1"/>
            <p:nvPr/>
          </p:nvSpPr>
          <p:spPr>
            <a:xfrm>
              <a:off x="1349596" y="1551930"/>
              <a:ext cx="1498811" cy="149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500" dirty="0">
                  <a:solidFill>
                    <a:srgbClr val="FFFF00"/>
                  </a:solidFill>
                  <a:latin typeface="Intro " panose="02000000000000000000" pitchFamily="2" charset="0"/>
                </a:rPr>
                <a:t>II</a:t>
              </a:r>
              <a:endParaRPr lang="en-RU" sz="11500" dirty="0">
                <a:solidFill>
                  <a:srgbClr val="FFFF00"/>
                </a:solidFill>
                <a:latin typeface="Intro " panose="02000000000000000000" pitchFamily="2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A84D33-108D-2940-ADE7-4ABADD948FE5}"/>
                </a:ext>
              </a:extLst>
            </p:cNvPr>
            <p:cNvSpPr/>
            <p:nvPr/>
          </p:nvSpPr>
          <p:spPr>
            <a:xfrm>
              <a:off x="1201598" y="1395294"/>
              <a:ext cx="1794808" cy="1805354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D545202-6184-5C67-5162-73B0C3C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153" y="6131169"/>
            <a:ext cx="541871" cy="54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52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448B70-3BFE-994B-B6AE-AAEF8EC7A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BEFCA-698F-7D42-A27C-A9216445BABA}"/>
              </a:ext>
            </a:extLst>
          </p:cNvPr>
          <p:cNvSpPr/>
          <p:nvPr/>
        </p:nvSpPr>
        <p:spPr>
          <a:xfrm>
            <a:off x="995202" y="2065817"/>
            <a:ext cx="1020159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indent="-1143000">
              <a:lnSpc>
                <a:spcPct val="90000"/>
              </a:lnSpc>
              <a:spcAft>
                <a:spcPts val="2400"/>
              </a:spcAft>
              <a:buClr>
                <a:schemeClr val="bg1"/>
              </a:buClr>
              <a:buSzPct val="80000"/>
              <a:buAutoNum type="arabicPeriod"/>
            </a:pPr>
            <a:r>
              <a:rPr lang="ru-RU" sz="6000" b="1" dirty="0">
                <a:solidFill>
                  <a:schemeClr val="bg1"/>
                </a:solidFill>
                <a:latin typeface="Akrobat Bold" pitchFamily="2" charset="77"/>
              </a:rPr>
              <a:t>Христос пришел искупить</a:t>
            </a:r>
          </a:p>
          <a:p>
            <a:pPr marL="1143000" indent="-1143000">
              <a:lnSpc>
                <a:spcPct val="90000"/>
              </a:lnSpc>
              <a:spcAft>
                <a:spcPts val="2400"/>
              </a:spcAft>
              <a:buClr>
                <a:schemeClr val="bg1"/>
              </a:buClr>
              <a:buSzPct val="80000"/>
              <a:buAutoNum type="arabicPeriod"/>
            </a:pPr>
            <a:r>
              <a:rPr lang="ru-RU" sz="6000" b="1" dirty="0">
                <a:solidFill>
                  <a:schemeClr val="bg1"/>
                </a:solidFill>
                <a:latin typeface="Akrobat Bold" pitchFamily="2" charset="77"/>
              </a:rPr>
              <a:t>Он умер вместо нас</a:t>
            </a:r>
          </a:p>
          <a:p>
            <a:pPr marL="1143000" indent="-1143000">
              <a:lnSpc>
                <a:spcPct val="90000"/>
              </a:lnSpc>
              <a:spcAft>
                <a:spcPts val="2400"/>
              </a:spcAft>
              <a:buClr>
                <a:schemeClr val="bg1"/>
              </a:buClr>
              <a:buSzPct val="80000"/>
              <a:buAutoNum type="arabicPeriod"/>
            </a:pPr>
            <a:r>
              <a:rPr lang="ru-RU" sz="6000" b="1" dirty="0">
                <a:solidFill>
                  <a:schemeClr val="bg1"/>
                </a:solidFill>
                <a:latin typeface="Akrobat Bold" pitchFamily="2" charset="77"/>
              </a:rPr>
              <a:t>Нам нужен не только пример, но Спаситель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545202-6184-5C67-5162-73B0C3C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153" y="6131169"/>
            <a:ext cx="541871" cy="541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686BE-E160-A356-6FBB-E8932EF99095}"/>
              </a:ext>
            </a:extLst>
          </p:cNvPr>
          <p:cNvSpPr txBox="1"/>
          <p:nvPr/>
        </p:nvSpPr>
        <p:spPr>
          <a:xfrm>
            <a:off x="645485" y="474510"/>
            <a:ext cx="11169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  <a:latin typeface="Heading Pro ExtBd" panose="02000506000000020004" pitchFamily="2" charset="0"/>
              </a:rPr>
              <a:t>&gt;</a:t>
            </a:r>
            <a:r>
              <a:rPr lang="en-US" sz="4800" dirty="0">
                <a:solidFill>
                  <a:srgbClr val="FFFF00"/>
                </a:solidFill>
                <a:latin typeface="Heading Pro" panose="02000506000000020004" pitchFamily="2" charset="0"/>
              </a:rPr>
              <a:t> </a:t>
            </a:r>
            <a:r>
              <a:rPr lang="ru-RU" sz="4800" dirty="0">
                <a:solidFill>
                  <a:srgbClr val="FFFF00"/>
                </a:solidFill>
                <a:latin typeface="Heading Pro" panose="02000506000000020004" pitchFamily="2" charset="0"/>
              </a:rPr>
              <a:t>ПАСХА ХРИСТА</a:t>
            </a:r>
            <a:endParaRPr lang="en-RU" sz="4800" dirty="0">
              <a:solidFill>
                <a:srgbClr val="FFFF00"/>
              </a:solidFill>
              <a:latin typeface="Heading Pro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748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448B70-3BFE-994B-B6AE-AAEF8EC7A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BEFCA-698F-7D42-A27C-A9216445BABA}"/>
              </a:ext>
            </a:extLst>
          </p:cNvPr>
          <p:cNvSpPr/>
          <p:nvPr/>
        </p:nvSpPr>
        <p:spPr>
          <a:xfrm>
            <a:off x="1028125" y="3707770"/>
            <a:ext cx="10480028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9600" b="1" dirty="0">
                <a:solidFill>
                  <a:schemeClr val="bg1"/>
                </a:solidFill>
                <a:latin typeface="Akrobat Bold" pitchFamily="2" charset="77"/>
              </a:rPr>
              <a:t>ПАСХА </a:t>
            </a:r>
            <a:r>
              <a:rPr lang="en-US" sz="9600" b="1" dirty="0">
                <a:solidFill>
                  <a:schemeClr val="bg1"/>
                </a:solidFill>
                <a:latin typeface="Akrobat Bold" pitchFamily="2" charset="77"/>
              </a:rPr>
              <a:t>– </a:t>
            </a:r>
            <a:r>
              <a:rPr lang="ru-RU" sz="9600" b="1" dirty="0">
                <a:solidFill>
                  <a:schemeClr val="bg1"/>
                </a:solidFill>
                <a:latin typeface="Akrobat Bold" pitchFamily="2" charset="77"/>
              </a:rPr>
              <a:t>ВЫРАЖЕНИЕ БОЖЬЕЙ ЛЮБВИ</a:t>
            </a:r>
            <a:endParaRPr lang="ru-RU" sz="7200" b="1" dirty="0">
              <a:solidFill>
                <a:schemeClr val="bg1"/>
              </a:solidFill>
              <a:latin typeface="Akrobat Bold" pitchFamily="2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3D9478-988B-1631-E6CF-0C6116E4BFB2}"/>
              </a:ext>
            </a:extLst>
          </p:cNvPr>
          <p:cNvGrpSpPr/>
          <p:nvPr/>
        </p:nvGrpSpPr>
        <p:grpSpPr>
          <a:xfrm>
            <a:off x="1201598" y="651917"/>
            <a:ext cx="2239836" cy="2252997"/>
            <a:chOff x="1201598" y="1395294"/>
            <a:chExt cx="1794808" cy="18053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1F51B5-C69B-61BC-850E-F4207DAA95FA}"/>
                </a:ext>
              </a:extLst>
            </p:cNvPr>
            <p:cNvSpPr txBox="1"/>
            <p:nvPr/>
          </p:nvSpPr>
          <p:spPr>
            <a:xfrm>
              <a:off x="1349596" y="1669077"/>
              <a:ext cx="1498811" cy="1257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solidFill>
                    <a:srgbClr val="FFFF00"/>
                  </a:solidFill>
                  <a:latin typeface="Intro " panose="02000000000000000000" pitchFamily="2" charset="0"/>
                </a:rPr>
                <a:t>III</a:t>
              </a:r>
              <a:endParaRPr lang="en-RU" sz="9600" dirty="0">
                <a:solidFill>
                  <a:srgbClr val="FFFF00"/>
                </a:solidFill>
                <a:latin typeface="Intro " panose="02000000000000000000" pitchFamily="2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A84D33-108D-2940-ADE7-4ABADD948FE5}"/>
                </a:ext>
              </a:extLst>
            </p:cNvPr>
            <p:cNvSpPr/>
            <p:nvPr/>
          </p:nvSpPr>
          <p:spPr>
            <a:xfrm>
              <a:off x="1201598" y="1395294"/>
              <a:ext cx="1794808" cy="1805354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D545202-6184-5C67-5162-73B0C3C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153" y="6131169"/>
            <a:ext cx="541871" cy="54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5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448B70-3BFE-994B-B6AE-AAEF8EC7A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BEFCA-698F-7D42-A27C-A9216445BABA}"/>
              </a:ext>
            </a:extLst>
          </p:cNvPr>
          <p:cNvSpPr/>
          <p:nvPr/>
        </p:nvSpPr>
        <p:spPr>
          <a:xfrm>
            <a:off x="995202" y="1979400"/>
            <a:ext cx="1020159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indent="-1143000" algn="l">
              <a:spcAft>
                <a:spcPts val="2400"/>
              </a:spcAft>
              <a:buAutoNum type="arabicPeriod"/>
            </a:pPr>
            <a:r>
              <a:rPr lang="ru-RU" sz="6000" b="1" dirty="0">
                <a:solidFill>
                  <a:schemeClr val="bg1"/>
                </a:solidFill>
                <a:effectLst/>
                <a:latin typeface="Akrobat Bold" pitchFamily="2" charset="77"/>
              </a:rPr>
              <a:t>Пасха открывает любовь Бога</a:t>
            </a:r>
          </a:p>
          <a:p>
            <a:pPr marL="1143000" indent="-1143000" algn="l">
              <a:spcAft>
                <a:spcPts val="2400"/>
              </a:spcAft>
              <a:buAutoNum type="arabicPeriod"/>
            </a:pPr>
            <a:r>
              <a:rPr lang="ru-RU" sz="6000" b="1" dirty="0">
                <a:solidFill>
                  <a:schemeClr val="bg1"/>
                </a:solidFill>
                <a:effectLst/>
                <a:latin typeface="Akrobat Bold" pitchFamily="2" charset="77"/>
              </a:rPr>
              <a:t>Христос умер за недостойных</a:t>
            </a:r>
          </a:p>
          <a:p>
            <a:pPr marL="1143000" indent="-1143000" algn="l">
              <a:spcAft>
                <a:spcPts val="2400"/>
              </a:spcAft>
              <a:buAutoNum type="arabicPeriod"/>
            </a:pPr>
            <a:r>
              <a:rPr lang="ru-RU" sz="6000" b="1" dirty="0">
                <a:solidFill>
                  <a:schemeClr val="bg1"/>
                </a:solidFill>
                <a:effectLst/>
                <a:latin typeface="Akrobat Bold" pitchFamily="2" charset="77"/>
              </a:rPr>
              <a:t>Любовь всегда жертвенна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545202-6184-5C67-5162-73B0C3C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153" y="6131169"/>
            <a:ext cx="541871" cy="541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686BE-E160-A356-6FBB-E8932EF99095}"/>
              </a:ext>
            </a:extLst>
          </p:cNvPr>
          <p:cNvSpPr txBox="1"/>
          <p:nvPr/>
        </p:nvSpPr>
        <p:spPr>
          <a:xfrm>
            <a:off x="645485" y="474510"/>
            <a:ext cx="11169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  <a:latin typeface="Heading Pro ExtBd" panose="02000506000000020004" pitchFamily="2" charset="0"/>
              </a:rPr>
              <a:t>&gt;</a:t>
            </a:r>
            <a:r>
              <a:rPr lang="en-US" sz="4800" dirty="0">
                <a:solidFill>
                  <a:srgbClr val="FFFF00"/>
                </a:solidFill>
                <a:latin typeface="Heading Pro" panose="02000506000000020004" pitchFamily="2" charset="0"/>
              </a:rPr>
              <a:t> </a:t>
            </a:r>
            <a:r>
              <a:rPr lang="ru-RU" sz="4800" dirty="0">
                <a:solidFill>
                  <a:srgbClr val="FFFF00"/>
                </a:solidFill>
                <a:latin typeface="Heading Pro" panose="02000506000000020004" pitchFamily="2" charset="0"/>
              </a:rPr>
              <a:t>ПАСХА – ВЫРАЖЕНИЕ БОЖЬЕЙ ЛЮБВИ</a:t>
            </a:r>
            <a:endParaRPr lang="en-RU" sz="4800" dirty="0">
              <a:solidFill>
                <a:srgbClr val="FFFF00"/>
              </a:solidFill>
              <a:latin typeface="Heading Pro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175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448B70-3BFE-994B-B6AE-AAEF8EC7A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BEFCA-698F-7D42-A27C-A9216445BABA}"/>
              </a:ext>
            </a:extLst>
          </p:cNvPr>
          <p:cNvSpPr/>
          <p:nvPr/>
        </p:nvSpPr>
        <p:spPr>
          <a:xfrm>
            <a:off x="1028125" y="3707770"/>
            <a:ext cx="10480028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9600" b="1" dirty="0">
                <a:solidFill>
                  <a:schemeClr val="bg1"/>
                </a:solidFill>
                <a:latin typeface="Akrobat Bold" pitchFamily="2" charset="77"/>
              </a:rPr>
              <a:t>ВЕРА – УСЛОВИЕ ПАСХИ</a:t>
            </a:r>
            <a:endParaRPr lang="ru-RU" sz="7200" b="1" dirty="0">
              <a:solidFill>
                <a:schemeClr val="bg1"/>
              </a:solidFill>
              <a:latin typeface="Akrobat Bold" pitchFamily="2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E3D9478-988B-1631-E6CF-0C6116E4BFB2}"/>
              </a:ext>
            </a:extLst>
          </p:cNvPr>
          <p:cNvGrpSpPr/>
          <p:nvPr/>
        </p:nvGrpSpPr>
        <p:grpSpPr>
          <a:xfrm>
            <a:off x="1201598" y="651917"/>
            <a:ext cx="2239836" cy="2252997"/>
            <a:chOff x="1201598" y="1395294"/>
            <a:chExt cx="1794808" cy="180535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1F51B5-C69B-61BC-850E-F4207DAA95FA}"/>
                </a:ext>
              </a:extLst>
            </p:cNvPr>
            <p:cNvSpPr txBox="1"/>
            <p:nvPr/>
          </p:nvSpPr>
          <p:spPr>
            <a:xfrm>
              <a:off x="1349596" y="1778877"/>
              <a:ext cx="1498811" cy="1159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800" dirty="0">
                  <a:solidFill>
                    <a:srgbClr val="FFFF00"/>
                  </a:solidFill>
                  <a:latin typeface="Intro " panose="02000000000000000000" pitchFamily="2" charset="0"/>
                </a:rPr>
                <a:t>IV</a:t>
              </a:r>
              <a:endParaRPr lang="en-RU" sz="8800" dirty="0">
                <a:solidFill>
                  <a:srgbClr val="FFFF00"/>
                </a:solidFill>
                <a:latin typeface="Intro " panose="02000000000000000000" pitchFamily="2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A84D33-108D-2940-ADE7-4ABADD948FE5}"/>
                </a:ext>
              </a:extLst>
            </p:cNvPr>
            <p:cNvSpPr/>
            <p:nvPr/>
          </p:nvSpPr>
          <p:spPr>
            <a:xfrm>
              <a:off x="1201598" y="1395294"/>
              <a:ext cx="1794808" cy="1805354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D545202-6184-5C67-5162-73B0C3C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153" y="6131169"/>
            <a:ext cx="541871" cy="54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10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448B70-3BFE-994B-B6AE-AAEF8EC7A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BEFCA-698F-7D42-A27C-A9216445BABA}"/>
              </a:ext>
            </a:extLst>
          </p:cNvPr>
          <p:cNvSpPr/>
          <p:nvPr/>
        </p:nvSpPr>
        <p:spPr>
          <a:xfrm>
            <a:off x="995202" y="1979400"/>
            <a:ext cx="1020159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 algn="l">
              <a:spcAft>
                <a:spcPts val="2400"/>
              </a:spcAft>
              <a:buAutoNum type="arabicPeriod"/>
            </a:pPr>
            <a:r>
              <a:rPr lang="ru-RU" sz="6000" b="1" dirty="0">
                <a:solidFill>
                  <a:schemeClr val="bg1"/>
                </a:solidFill>
                <a:effectLst/>
                <a:latin typeface="Akrobat Bold" pitchFamily="2" charset="77"/>
              </a:rPr>
              <a:t>Спасение принимается верой</a:t>
            </a:r>
          </a:p>
          <a:p>
            <a:pPr marL="914400" indent="-914400" algn="l">
              <a:spcAft>
                <a:spcPts val="2400"/>
              </a:spcAft>
              <a:buAutoNum type="arabicPeriod"/>
            </a:pPr>
            <a:r>
              <a:rPr lang="ru-RU" sz="6000" b="1" dirty="0">
                <a:solidFill>
                  <a:schemeClr val="bg1"/>
                </a:solidFill>
                <a:effectLst/>
                <a:latin typeface="Akrobat Bold" pitchFamily="2" charset="77"/>
              </a:rPr>
              <a:t>Вера выше одной логики</a:t>
            </a:r>
          </a:p>
          <a:p>
            <a:pPr marL="914400" indent="-914400" algn="l">
              <a:spcAft>
                <a:spcPts val="2400"/>
              </a:spcAft>
              <a:buAutoNum type="arabicPeriod"/>
            </a:pPr>
            <a:r>
              <a:rPr lang="ru-RU" sz="6000" b="1" dirty="0">
                <a:solidFill>
                  <a:schemeClr val="bg1"/>
                </a:solidFill>
                <a:effectLst/>
                <a:latin typeface="Akrobat Bold" pitchFamily="2" charset="77"/>
              </a:rPr>
              <a:t>Вера ведет к новой жизни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545202-6184-5C67-5162-73B0C3CBD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153" y="6131169"/>
            <a:ext cx="541871" cy="541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686BE-E160-A356-6FBB-E8932EF99095}"/>
              </a:ext>
            </a:extLst>
          </p:cNvPr>
          <p:cNvSpPr txBox="1"/>
          <p:nvPr/>
        </p:nvSpPr>
        <p:spPr>
          <a:xfrm>
            <a:off x="645485" y="474510"/>
            <a:ext cx="11169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  <a:latin typeface="Heading Pro ExtBd" panose="02000506000000020004" pitchFamily="2" charset="0"/>
              </a:rPr>
              <a:t>&gt;</a:t>
            </a:r>
            <a:r>
              <a:rPr lang="en-US" sz="4800" dirty="0">
                <a:solidFill>
                  <a:srgbClr val="FFFF00"/>
                </a:solidFill>
                <a:latin typeface="Heading Pro" panose="02000506000000020004" pitchFamily="2" charset="0"/>
              </a:rPr>
              <a:t> </a:t>
            </a:r>
            <a:r>
              <a:rPr lang="ru-RU" sz="4800" dirty="0">
                <a:solidFill>
                  <a:srgbClr val="FFFF00"/>
                </a:solidFill>
                <a:latin typeface="Heading Pro" panose="02000506000000020004" pitchFamily="2" charset="0"/>
              </a:rPr>
              <a:t>ВЕРА – УСЛОВИЕ ПАСХИ</a:t>
            </a:r>
            <a:endParaRPr lang="en-RU" sz="4800" dirty="0">
              <a:solidFill>
                <a:srgbClr val="FFFF00"/>
              </a:solidFill>
              <a:latin typeface="Heading Pro" panose="02000506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6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2504</TotalTime>
  <Words>102</Words>
  <Application>Microsoft Macintosh PowerPoint</Application>
  <PresentationFormat>Widescreen</PresentationFormat>
  <Paragraphs>27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Akrobat Bold</vt:lpstr>
      <vt:lpstr>Heading Pro ExtBd</vt:lpstr>
      <vt:lpstr>Calibri Light</vt:lpstr>
      <vt:lpstr>Heading Pro</vt:lpstr>
      <vt:lpstr>Arial</vt:lpstr>
      <vt:lpstr>Intro 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gtp-church</dc:creator>
  <cp:lastModifiedBy>Денисов Степан Дмитриевич</cp:lastModifiedBy>
  <cp:revision>680</cp:revision>
  <dcterms:created xsi:type="dcterms:W3CDTF">2021-02-27T22:51:27Z</dcterms:created>
  <dcterms:modified xsi:type="dcterms:W3CDTF">2026-10-03T23:20:28Z</dcterms:modified>
</cp:coreProperties>
</file>